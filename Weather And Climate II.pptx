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0" r:id="rId1"/>
  </p:sldMasterIdLst>
  <p:sldIdLst>
    <p:sldId id="256" r:id="rId2"/>
    <p:sldId id="257" r:id="rId3"/>
    <p:sldId id="258" r:id="rId4"/>
    <p:sldId id="259" r:id="rId5"/>
    <p:sldId id="272" r:id="rId6"/>
    <p:sldId id="274" r:id="rId7"/>
    <p:sldId id="264" r:id="rId8"/>
    <p:sldId id="265" r:id="rId9"/>
    <p:sldId id="266" r:id="rId10"/>
    <p:sldId id="279" r:id="rId11"/>
    <p:sldId id="280" r:id="rId12"/>
    <p:sldId id="304" r:id="rId13"/>
    <p:sldId id="281" r:id="rId14"/>
    <p:sldId id="306" r:id="rId15"/>
    <p:sldId id="305" r:id="rId16"/>
    <p:sldId id="307" r:id="rId17"/>
    <p:sldId id="308"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50" d="100"/>
          <a:sy n="50" d="100"/>
        </p:scale>
        <p:origin x="1260" y="3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wthami N" userId="54bbdde6-219b-4cbb-924d-9f3532caa6e9" providerId="ADAL" clId="{9614DCD1-4985-469C-9851-0315DBF10375}"/>
    <pc:docChg chg="custSel addSld delSld modSld sldOrd">
      <pc:chgData name="Gowthami N" userId="54bbdde6-219b-4cbb-924d-9f3532caa6e9" providerId="ADAL" clId="{9614DCD1-4985-469C-9851-0315DBF10375}" dt="2026-07-30T06:39:11.573" v="260"/>
      <pc:docMkLst>
        <pc:docMk/>
      </pc:docMkLst>
      <pc:sldChg chg="modSp">
        <pc:chgData name="Gowthami N" userId="54bbdde6-219b-4cbb-924d-9f3532caa6e9" providerId="ADAL" clId="{9614DCD1-4985-469C-9851-0315DBF10375}" dt="2026-07-30T06:22:41.664" v="63" actId="20577"/>
        <pc:sldMkLst>
          <pc:docMk/>
          <pc:sldMk cId="0" sldId="256"/>
        </pc:sldMkLst>
        <pc:spChg chg="mod">
          <ac:chgData name="Gowthami N" userId="54bbdde6-219b-4cbb-924d-9f3532caa6e9" providerId="ADAL" clId="{9614DCD1-4985-469C-9851-0315DBF10375}" dt="2026-07-30T06:22:41.664" v="63" actId="20577"/>
          <ac:spMkLst>
            <pc:docMk/>
            <pc:sldMk cId="0" sldId="256"/>
            <ac:spMk id="3" creationId="{00000000-0000-0000-0000-000000000000}"/>
          </ac:spMkLst>
        </pc:spChg>
      </pc:sldChg>
      <pc:sldChg chg="modSp">
        <pc:chgData name="Gowthami N" userId="54bbdde6-219b-4cbb-924d-9f3532caa6e9" providerId="ADAL" clId="{9614DCD1-4985-469C-9851-0315DBF10375}" dt="2026-07-30T06:22:30.031" v="57" actId="1076"/>
        <pc:sldMkLst>
          <pc:docMk/>
          <pc:sldMk cId="0" sldId="257"/>
        </pc:sldMkLst>
        <pc:spChg chg="mod">
          <ac:chgData name="Gowthami N" userId="54bbdde6-219b-4cbb-924d-9f3532caa6e9" providerId="ADAL" clId="{9614DCD1-4985-469C-9851-0315DBF10375}" dt="2026-07-30T06:22:30.031" v="57" actId="1076"/>
          <ac:spMkLst>
            <pc:docMk/>
            <pc:sldMk cId="0" sldId="257"/>
            <ac:spMk id="3" creationId="{00000000-0000-0000-0000-000000000000}"/>
          </ac:spMkLst>
        </pc:spChg>
      </pc:sldChg>
      <pc:sldChg chg="modSp">
        <pc:chgData name="Gowthami N" userId="54bbdde6-219b-4cbb-924d-9f3532caa6e9" providerId="ADAL" clId="{9614DCD1-4985-469C-9851-0315DBF10375}" dt="2026-07-30T06:22:20.484" v="56" actId="1076"/>
        <pc:sldMkLst>
          <pc:docMk/>
          <pc:sldMk cId="0" sldId="259"/>
        </pc:sldMkLst>
        <pc:spChg chg="mod">
          <ac:chgData name="Gowthami N" userId="54bbdde6-219b-4cbb-924d-9f3532caa6e9" providerId="ADAL" clId="{9614DCD1-4985-469C-9851-0315DBF10375}" dt="2026-07-30T06:22:20.484" v="56" actId="1076"/>
          <ac:spMkLst>
            <pc:docMk/>
            <pc:sldMk cId="0" sldId="259"/>
            <ac:spMk id="3" creationId="{00000000-0000-0000-0000-000000000000}"/>
          </ac:spMkLst>
        </pc:spChg>
      </pc:sldChg>
      <pc:sldChg chg="del">
        <pc:chgData name="Gowthami N" userId="54bbdde6-219b-4cbb-924d-9f3532caa6e9" providerId="ADAL" clId="{9614DCD1-4985-469C-9851-0315DBF10375}" dt="2026-07-30T06:13:37.131" v="0" actId="2696"/>
        <pc:sldMkLst>
          <pc:docMk/>
          <pc:sldMk cId="0" sldId="260"/>
        </pc:sldMkLst>
      </pc:sldChg>
      <pc:sldChg chg="del">
        <pc:chgData name="Gowthami N" userId="54bbdde6-219b-4cbb-924d-9f3532caa6e9" providerId="ADAL" clId="{9614DCD1-4985-469C-9851-0315DBF10375}" dt="2026-07-30T06:13:42.560" v="1" actId="2696"/>
        <pc:sldMkLst>
          <pc:docMk/>
          <pc:sldMk cId="0" sldId="261"/>
        </pc:sldMkLst>
      </pc:sldChg>
      <pc:sldChg chg="del">
        <pc:chgData name="Gowthami N" userId="54bbdde6-219b-4cbb-924d-9f3532caa6e9" providerId="ADAL" clId="{9614DCD1-4985-469C-9851-0315DBF10375}" dt="2026-07-30T06:13:56.503" v="2" actId="2696"/>
        <pc:sldMkLst>
          <pc:docMk/>
          <pc:sldMk cId="0" sldId="262"/>
        </pc:sldMkLst>
      </pc:sldChg>
      <pc:sldChg chg="del">
        <pc:chgData name="Gowthami N" userId="54bbdde6-219b-4cbb-924d-9f3532caa6e9" providerId="ADAL" clId="{9614DCD1-4985-469C-9851-0315DBF10375}" dt="2026-07-30T06:14:05.354" v="3" actId="2696"/>
        <pc:sldMkLst>
          <pc:docMk/>
          <pc:sldMk cId="0" sldId="263"/>
        </pc:sldMkLst>
      </pc:sldChg>
      <pc:sldChg chg="modSp">
        <pc:chgData name="Gowthami N" userId="54bbdde6-219b-4cbb-924d-9f3532caa6e9" providerId="ADAL" clId="{9614DCD1-4985-469C-9851-0315DBF10375}" dt="2026-07-30T06:21:40.807" v="51" actId="1076"/>
        <pc:sldMkLst>
          <pc:docMk/>
          <pc:sldMk cId="0" sldId="264"/>
        </pc:sldMkLst>
        <pc:spChg chg="mod">
          <ac:chgData name="Gowthami N" userId="54bbdde6-219b-4cbb-924d-9f3532caa6e9" providerId="ADAL" clId="{9614DCD1-4985-469C-9851-0315DBF10375}" dt="2026-07-30T06:21:40.807" v="51" actId="1076"/>
          <ac:spMkLst>
            <pc:docMk/>
            <pc:sldMk cId="0" sldId="264"/>
            <ac:spMk id="3" creationId="{00000000-0000-0000-0000-000000000000}"/>
          </ac:spMkLst>
        </pc:spChg>
      </pc:sldChg>
      <pc:sldChg chg="modSp">
        <pc:chgData name="Gowthami N" userId="54bbdde6-219b-4cbb-924d-9f3532caa6e9" providerId="ADAL" clId="{9614DCD1-4985-469C-9851-0315DBF10375}" dt="2026-07-30T06:21:21" v="50" actId="14100"/>
        <pc:sldMkLst>
          <pc:docMk/>
          <pc:sldMk cId="0" sldId="265"/>
        </pc:sldMkLst>
        <pc:spChg chg="mod">
          <ac:chgData name="Gowthami N" userId="54bbdde6-219b-4cbb-924d-9f3532caa6e9" providerId="ADAL" clId="{9614DCD1-4985-469C-9851-0315DBF10375}" dt="2026-07-30T06:21:21" v="50" actId="14100"/>
          <ac:spMkLst>
            <pc:docMk/>
            <pc:sldMk cId="0" sldId="265"/>
            <ac:spMk id="3" creationId="{00000000-0000-0000-0000-000000000000}"/>
          </ac:spMkLst>
        </pc:spChg>
      </pc:sldChg>
      <pc:sldChg chg="del">
        <pc:chgData name="Gowthami N" userId="54bbdde6-219b-4cbb-924d-9f3532caa6e9" providerId="ADAL" clId="{9614DCD1-4985-469C-9851-0315DBF10375}" dt="2026-07-30T06:16:22.781" v="11" actId="2696"/>
        <pc:sldMkLst>
          <pc:docMk/>
          <pc:sldMk cId="0" sldId="267"/>
        </pc:sldMkLst>
      </pc:sldChg>
      <pc:sldChg chg="del">
        <pc:chgData name="Gowthami N" userId="54bbdde6-219b-4cbb-924d-9f3532caa6e9" providerId="ADAL" clId="{9614DCD1-4985-469C-9851-0315DBF10375}" dt="2026-07-30T06:16:36.756" v="12" actId="2696"/>
        <pc:sldMkLst>
          <pc:docMk/>
          <pc:sldMk cId="0" sldId="268"/>
        </pc:sldMkLst>
      </pc:sldChg>
      <pc:sldChg chg="del">
        <pc:chgData name="Gowthami N" userId="54bbdde6-219b-4cbb-924d-9f3532caa6e9" providerId="ADAL" clId="{9614DCD1-4985-469C-9851-0315DBF10375}" dt="2026-07-30T06:16:42.693" v="13" actId="2696"/>
        <pc:sldMkLst>
          <pc:docMk/>
          <pc:sldMk cId="0" sldId="269"/>
        </pc:sldMkLst>
      </pc:sldChg>
      <pc:sldChg chg="del">
        <pc:chgData name="Gowthami N" userId="54bbdde6-219b-4cbb-924d-9f3532caa6e9" providerId="ADAL" clId="{9614DCD1-4985-469C-9851-0315DBF10375}" dt="2026-07-30T06:16:46.883" v="14" actId="2696"/>
        <pc:sldMkLst>
          <pc:docMk/>
          <pc:sldMk cId="0" sldId="270"/>
        </pc:sldMkLst>
      </pc:sldChg>
      <pc:sldChg chg="del">
        <pc:chgData name="Gowthami N" userId="54bbdde6-219b-4cbb-924d-9f3532caa6e9" providerId="ADAL" clId="{9614DCD1-4985-469C-9851-0315DBF10375}" dt="2026-07-30T06:16:59.398" v="15" actId="2696"/>
        <pc:sldMkLst>
          <pc:docMk/>
          <pc:sldMk cId="0" sldId="271"/>
        </pc:sldMkLst>
      </pc:sldChg>
      <pc:sldChg chg="modSp ord">
        <pc:chgData name="Gowthami N" userId="54bbdde6-219b-4cbb-924d-9f3532caa6e9" providerId="ADAL" clId="{9614DCD1-4985-469C-9851-0315DBF10375}" dt="2026-07-30T06:20:43.449" v="44" actId="27636"/>
        <pc:sldMkLst>
          <pc:docMk/>
          <pc:sldMk cId="0" sldId="272"/>
        </pc:sldMkLst>
        <pc:spChg chg="mod">
          <ac:chgData name="Gowthami N" userId="54bbdde6-219b-4cbb-924d-9f3532caa6e9" providerId="ADAL" clId="{9614DCD1-4985-469C-9851-0315DBF10375}" dt="2026-07-30T06:20:43.449" v="44" actId="27636"/>
          <ac:spMkLst>
            <pc:docMk/>
            <pc:sldMk cId="0" sldId="272"/>
            <ac:spMk id="3" creationId="{00000000-0000-0000-0000-000000000000}"/>
          </ac:spMkLst>
        </pc:spChg>
      </pc:sldChg>
      <pc:sldChg chg="del">
        <pc:chgData name="Gowthami N" userId="54bbdde6-219b-4cbb-924d-9f3532caa6e9" providerId="ADAL" clId="{9614DCD1-4985-469C-9851-0315DBF10375}" dt="2026-07-30T06:17:04.349" v="16" actId="2696"/>
        <pc:sldMkLst>
          <pc:docMk/>
          <pc:sldMk cId="0" sldId="273"/>
        </pc:sldMkLst>
      </pc:sldChg>
      <pc:sldChg chg="modSp ord">
        <pc:chgData name="Gowthami N" userId="54bbdde6-219b-4cbb-924d-9f3532caa6e9" providerId="ADAL" clId="{9614DCD1-4985-469C-9851-0315DBF10375}" dt="2026-07-30T06:22:01.143" v="53" actId="113"/>
        <pc:sldMkLst>
          <pc:docMk/>
          <pc:sldMk cId="0" sldId="274"/>
        </pc:sldMkLst>
        <pc:spChg chg="mod">
          <ac:chgData name="Gowthami N" userId="54bbdde6-219b-4cbb-924d-9f3532caa6e9" providerId="ADAL" clId="{9614DCD1-4985-469C-9851-0315DBF10375}" dt="2026-07-30T06:22:01.143" v="53" actId="113"/>
          <ac:spMkLst>
            <pc:docMk/>
            <pc:sldMk cId="0" sldId="274"/>
            <ac:spMk id="3" creationId="{00000000-0000-0000-0000-000000000000}"/>
          </ac:spMkLst>
        </pc:spChg>
      </pc:sldChg>
      <pc:sldChg chg="modSp del">
        <pc:chgData name="Gowthami N" userId="54bbdde6-219b-4cbb-924d-9f3532caa6e9" providerId="ADAL" clId="{9614DCD1-4985-469C-9851-0315DBF10375}" dt="2026-07-30T06:17:14.612" v="18" actId="2696"/>
        <pc:sldMkLst>
          <pc:docMk/>
          <pc:sldMk cId="0" sldId="275"/>
        </pc:sldMkLst>
        <pc:spChg chg="mod">
          <ac:chgData name="Gowthami N" userId="54bbdde6-219b-4cbb-924d-9f3532caa6e9" providerId="ADAL" clId="{9614DCD1-4985-469C-9851-0315DBF10375}" dt="2026-07-30T06:14:28.147" v="5" actId="27636"/>
          <ac:spMkLst>
            <pc:docMk/>
            <pc:sldMk cId="0" sldId="275"/>
            <ac:spMk id="3" creationId="{00000000-0000-0000-0000-000000000000}"/>
          </ac:spMkLst>
        </pc:spChg>
      </pc:sldChg>
      <pc:sldChg chg="del">
        <pc:chgData name="Gowthami N" userId="54bbdde6-219b-4cbb-924d-9f3532caa6e9" providerId="ADAL" clId="{9614DCD1-4985-469C-9851-0315DBF10375}" dt="2026-07-30T06:17:24.031" v="19" actId="2696"/>
        <pc:sldMkLst>
          <pc:docMk/>
          <pc:sldMk cId="0" sldId="276"/>
        </pc:sldMkLst>
      </pc:sldChg>
      <pc:sldChg chg="del">
        <pc:chgData name="Gowthami N" userId="54bbdde6-219b-4cbb-924d-9f3532caa6e9" providerId="ADAL" clId="{9614DCD1-4985-469C-9851-0315DBF10375}" dt="2026-07-30T06:17:28.013" v="20" actId="2696"/>
        <pc:sldMkLst>
          <pc:docMk/>
          <pc:sldMk cId="0" sldId="277"/>
        </pc:sldMkLst>
      </pc:sldChg>
      <pc:sldChg chg="del">
        <pc:chgData name="Gowthami N" userId="54bbdde6-219b-4cbb-924d-9f3532caa6e9" providerId="ADAL" clId="{9614DCD1-4985-469C-9851-0315DBF10375}" dt="2026-07-30T06:17:31.489" v="21" actId="2696"/>
        <pc:sldMkLst>
          <pc:docMk/>
          <pc:sldMk cId="0" sldId="278"/>
        </pc:sldMkLst>
      </pc:sldChg>
      <pc:sldChg chg="addSp modSp">
        <pc:chgData name="Gowthami N" userId="54bbdde6-219b-4cbb-924d-9f3532caa6e9" providerId="ADAL" clId="{9614DCD1-4985-469C-9851-0315DBF10375}" dt="2026-07-30T06:20:56.029" v="47" actId="1076"/>
        <pc:sldMkLst>
          <pc:docMk/>
          <pc:sldMk cId="0" sldId="279"/>
        </pc:sldMkLst>
        <pc:spChg chg="mod">
          <ac:chgData name="Gowthami N" userId="54bbdde6-219b-4cbb-924d-9f3532caa6e9" providerId="ADAL" clId="{9614DCD1-4985-469C-9851-0315DBF10375}" dt="2026-07-30T06:20:52.962" v="46" actId="14100"/>
          <ac:spMkLst>
            <pc:docMk/>
            <pc:sldMk cId="0" sldId="279"/>
            <ac:spMk id="3" creationId="{00000000-0000-0000-0000-000000000000}"/>
          </ac:spMkLst>
        </pc:spChg>
        <pc:picChg chg="add mod">
          <ac:chgData name="Gowthami N" userId="54bbdde6-219b-4cbb-924d-9f3532caa6e9" providerId="ADAL" clId="{9614DCD1-4985-469C-9851-0315DBF10375}" dt="2026-07-30T06:20:56.029" v="47" actId="1076"/>
          <ac:picMkLst>
            <pc:docMk/>
            <pc:sldMk cId="0" sldId="279"/>
            <ac:picMk id="4" creationId="{CD218470-2783-4E6B-A7B0-0D8C50D0A372}"/>
          </ac:picMkLst>
        </pc:picChg>
      </pc:sldChg>
      <pc:sldChg chg="modSp">
        <pc:chgData name="Gowthami N" userId="54bbdde6-219b-4cbb-924d-9f3532caa6e9" providerId="ADAL" clId="{9614DCD1-4985-469C-9851-0315DBF10375}" dt="2026-07-30T06:21:09.424" v="49" actId="1076"/>
        <pc:sldMkLst>
          <pc:docMk/>
          <pc:sldMk cId="0" sldId="280"/>
        </pc:sldMkLst>
        <pc:spChg chg="mod">
          <ac:chgData name="Gowthami N" userId="54bbdde6-219b-4cbb-924d-9f3532caa6e9" providerId="ADAL" clId="{9614DCD1-4985-469C-9851-0315DBF10375}" dt="2026-07-30T06:21:03.882" v="48" actId="1076"/>
          <ac:spMkLst>
            <pc:docMk/>
            <pc:sldMk cId="0" sldId="280"/>
            <ac:spMk id="3" creationId="{00000000-0000-0000-0000-000000000000}"/>
          </ac:spMkLst>
        </pc:spChg>
        <pc:picChg chg="mod">
          <ac:chgData name="Gowthami N" userId="54bbdde6-219b-4cbb-924d-9f3532caa6e9" providerId="ADAL" clId="{9614DCD1-4985-469C-9851-0315DBF10375}" dt="2026-07-30T06:21:09.424" v="49" actId="1076"/>
          <ac:picMkLst>
            <pc:docMk/>
            <pc:sldMk cId="0" sldId="280"/>
            <ac:picMk id="4" creationId="{00000000-0000-0000-0000-000000000000}"/>
          </ac:picMkLst>
        </pc:picChg>
      </pc:sldChg>
      <pc:sldChg chg="del">
        <pc:chgData name="Gowthami N" userId="54bbdde6-219b-4cbb-924d-9f3532caa6e9" providerId="ADAL" clId="{9614DCD1-4985-469C-9851-0315DBF10375}" dt="2026-07-30T06:17:09.735" v="17" actId="2696"/>
        <pc:sldMkLst>
          <pc:docMk/>
          <pc:sldMk cId="0" sldId="281"/>
        </pc:sldMkLst>
      </pc:sldChg>
      <pc:sldChg chg="addSp modSp add">
        <pc:chgData name="Gowthami N" userId="54bbdde6-219b-4cbb-924d-9f3532caa6e9" providerId="ADAL" clId="{9614DCD1-4985-469C-9851-0315DBF10375}" dt="2026-07-30T06:19:17.384" v="30" actId="14100"/>
        <pc:sldMkLst>
          <pc:docMk/>
          <pc:sldMk cId="758365113" sldId="281"/>
        </pc:sldMkLst>
        <pc:picChg chg="add mod">
          <ac:chgData name="Gowthami N" userId="54bbdde6-219b-4cbb-924d-9f3532caa6e9" providerId="ADAL" clId="{9614DCD1-4985-469C-9851-0315DBF10375}" dt="2026-07-30T06:19:17.384" v="30" actId="14100"/>
          <ac:picMkLst>
            <pc:docMk/>
            <pc:sldMk cId="758365113" sldId="281"/>
            <ac:picMk id="4" creationId="{6B30E826-6968-4EF1-8956-08DB466FB3E5}"/>
          </ac:picMkLst>
        </pc:picChg>
      </pc:sldChg>
      <pc:sldChg chg="delSp modSp add ord">
        <pc:chgData name="Gowthami N" userId="54bbdde6-219b-4cbb-924d-9f3532caa6e9" providerId="ADAL" clId="{9614DCD1-4985-469C-9851-0315DBF10375}" dt="2026-07-30T06:18:47.583" v="28"/>
        <pc:sldMkLst>
          <pc:docMk/>
          <pc:sldMk cId="1612991183" sldId="304"/>
        </pc:sldMkLst>
        <pc:picChg chg="del">
          <ac:chgData name="Gowthami N" userId="54bbdde6-219b-4cbb-924d-9f3532caa6e9" providerId="ADAL" clId="{9614DCD1-4985-469C-9851-0315DBF10375}" dt="2026-07-30T06:18:36.703" v="25" actId="478"/>
          <ac:picMkLst>
            <pc:docMk/>
            <pc:sldMk cId="1612991183" sldId="304"/>
            <ac:picMk id="2050" creationId="{05F4B1D3-62D6-4E0A-AD15-D784580AC343}"/>
          </ac:picMkLst>
        </pc:picChg>
        <pc:picChg chg="mod">
          <ac:chgData name="Gowthami N" userId="54bbdde6-219b-4cbb-924d-9f3532caa6e9" providerId="ADAL" clId="{9614DCD1-4985-469C-9851-0315DBF10375}" dt="2026-07-30T06:18:40.718" v="26" actId="14100"/>
          <ac:picMkLst>
            <pc:docMk/>
            <pc:sldMk cId="1612991183" sldId="304"/>
            <ac:picMk id="2052" creationId="{C766F587-A314-4955-B254-B44D60C8F930}"/>
          </ac:picMkLst>
        </pc:picChg>
      </pc:sldChg>
      <pc:sldChg chg="addSp modSp add">
        <pc:chgData name="Gowthami N" userId="54bbdde6-219b-4cbb-924d-9f3532caa6e9" providerId="ADAL" clId="{9614DCD1-4985-469C-9851-0315DBF10375}" dt="2026-07-30T06:27:17.554" v="74" actId="14100"/>
        <pc:sldMkLst>
          <pc:docMk/>
          <pc:sldMk cId="3737638365" sldId="305"/>
        </pc:sldMkLst>
        <pc:picChg chg="add mod modCrop">
          <ac:chgData name="Gowthami N" userId="54bbdde6-219b-4cbb-924d-9f3532caa6e9" providerId="ADAL" clId="{9614DCD1-4985-469C-9851-0315DBF10375}" dt="2026-07-30T06:27:17.554" v="74" actId="14100"/>
          <ac:picMkLst>
            <pc:docMk/>
            <pc:sldMk cId="3737638365" sldId="305"/>
            <ac:picMk id="1026" creationId="{D87A52D8-541E-4DB2-BF40-FAB45246D631}"/>
          </ac:picMkLst>
        </pc:picChg>
      </pc:sldChg>
      <pc:sldChg chg="addSp modSp add">
        <pc:chgData name="Gowthami N" userId="54bbdde6-219b-4cbb-924d-9f3532caa6e9" providerId="ADAL" clId="{9614DCD1-4985-469C-9851-0315DBF10375}" dt="2026-07-30T06:31:31.539" v="79" actId="14100"/>
        <pc:sldMkLst>
          <pc:docMk/>
          <pc:sldMk cId="807436127" sldId="306"/>
        </pc:sldMkLst>
        <pc:picChg chg="add mod">
          <ac:chgData name="Gowthami N" userId="54bbdde6-219b-4cbb-924d-9f3532caa6e9" providerId="ADAL" clId="{9614DCD1-4985-469C-9851-0315DBF10375}" dt="2026-07-30T06:31:31.539" v="79" actId="14100"/>
          <ac:picMkLst>
            <pc:docMk/>
            <pc:sldMk cId="807436127" sldId="306"/>
            <ac:picMk id="2050" creationId="{CB5073A4-4941-4AFD-A6D0-2AF50BE6280F}"/>
          </ac:picMkLst>
        </pc:picChg>
      </pc:sldChg>
      <pc:sldChg chg="addSp modSp add">
        <pc:chgData name="Gowthami N" userId="54bbdde6-219b-4cbb-924d-9f3532caa6e9" providerId="ADAL" clId="{9614DCD1-4985-469C-9851-0315DBF10375}" dt="2026-07-30T06:38:07.433" v="258" actId="14100"/>
        <pc:sldMkLst>
          <pc:docMk/>
          <pc:sldMk cId="2247837140" sldId="307"/>
        </pc:sldMkLst>
        <pc:spChg chg="add mod">
          <ac:chgData name="Gowthami N" userId="54bbdde6-219b-4cbb-924d-9f3532caa6e9" providerId="ADAL" clId="{9614DCD1-4985-469C-9851-0315DBF10375}" dt="2026-07-30T06:38:07.433" v="258" actId="14100"/>
          <ac:spMkLst>
            <pc:docMk/>
            <pc:sldMk cId="2247837140" sldId="307"/>
            <ac:spMk id="2" creationId="{737F0E5E-E71F-4E26-BBFA-9F66C36D8C64}"/>
          </ac:spMkLst>
        </pc:spChg>
      </pc:sldChg>
      <pc:sldChg chg="addSp modSp add">
        <pc:chgData name="Gowthami N" userId="54bbdde6-219b-4cbb-924d-9f3532caa6e9" providerId="ADAL" clId="{9614DCD1-4985-469C-9851-0315DBF10375}" dt="2026-07-30T06:39:11.573" v="260"/>
        <pc:sldMkLst>
          <pc:docMk/>
          <pc:sldMk cId="2885482167" sldId="308"/>
        </pc:sldMkLst>
        <pc:spChg chg="add mod">
          <ac:chgData name="Gowthami N" userId="54bbdde6-219b-4cbb-924d-9f3532caa6e9" providerId="ADAL" clId="{9614DCD1-4985-469C-9851-0315DBF10375}" dt="2026-07-30T06:39:11.573" v="260"/>
          <ac:spMkLst>
            <pc:docMk/>
            <pc:sldMk cId="2885482167" sldId="308"/>
            <ac:spMk id="2" creationId="{2B800214-0C85-409D-B036-444CE4AE581D}"/>
          </ac:spMkLst>
        </pc:spChg>
        <pc:spChg chg="add mod">
          <ac:chgData name="Gowthami N" userId="54bbdde6-219b-4cbb-924d-9f3532caa6e9" providerId="ADAL" clId="{9614DCD1-4985-469C-9851-0315DBF10375}" dt="2026-07-30T06:39:11.573" v="260"/>
          <ac:spMkLst>
            <pc:docMk/>
            <pc:sldMk cId="2885482167" sldId="308"/>
            <ac:spMk id="3" creationId="{935A2D79-09AC-4243-BB8A-6A49E6A003E2}"/>
          </ac:spMkLst>
        </pc:spChg>
      </pc:sldChg>
    </pc:docChg>
  </pc:docChgLst>
</pc:chgInfo>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5244340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67814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46736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273674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536507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778569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010728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6023464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856066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7492853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399700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129680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850041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47952065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48A87A34-81AB-432B-8DAE-1953F412C126}" type="datetimeFigureOut">
              <a:rPr lang="en-US" smtClean="0"/>
              <a:t>7/30/2026</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39325332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04679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48A87A34-81AB-432B-8DAE-1953F412C126}" type="datetimeFigureOut">
              <a:rPr lang="en-US" smtClean="0"/>
              <a:t>7/30/2026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481755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48A87A34-81AB-432B-8DAE-1953F412C126}" type="datetimeFigureOut">
              <a:rPr lang="en-US" smtClean="0"/>
              <a:t>7/30/2026</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6D22F896-40B5-4ADD-8801-0D06FADFA095}" type="slidenum">
              <a:rPr lang="en-US" smtClean="0"/>
              <a:t>‹#›</a:t>
            </a:fld>
            <a:endParaRPr lang="en-US" dirty="0"/>
          </a:p>
        </p:txBody>
      </p:sp>
    </p:spTree>
    <p:extLst>
      <p:ext uri="{BB962C8B-B14F-4D97-AF65-F5344CB8AC3E}">
        <p14:creationId xmlns:p14="http://schemas.microsoft.com/office/powerpoint/2010/main" val="235060522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a:t>Weather and climate </a:t>
            </a:r>
          </a:p>
        </p:txBody>
      </p:sp>
      <p:sp>
        <p:nvSpPr>
          <p:cNvPr id="3" name="Subtitle 2"/>
          <p:cNvSpPr>
            <a:spLocks noGrp="1"/>
          </p:cNvSpPr>
          <p:nvPr>
            <p:ph type="subTitle" idx="1"/>
          </p:nvPr>
        </p:nvSpPr>
        <p:spPr/>
        <p:txBody>
          <a:bodyPr/>
          <a:lstStyle/>
          <a:p>
            <a:r>
              <a:rPr lang="en-US" dirty="0"/>
              <a:t>Part-2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Atmospheric Pressure</a:t>
            </a:r>
          </a:p>
        </p:txBody>
      </p:sp>
      <p:sp>
        <p:nvSpPr>
          <p:cNvPr id="3" name="Content Placeholder 2"/>
          <p:cNvSpPr>
            <a:spLocks noGrp="1"/>
          </p:cNvSpPr>
          <p:nvPr>
            <p:ph idx="1"/>
          </p:nvPr>
        </p:nvSpPr>
        <p:spPr>
          <a:xfrm>
            <a:off x="605790" y="2467877"/>
            <a:ext cx="10980420" cy="3843655"/>
          </a:xfrm>
        </p:spPr>
        <p:txBody>
          <a:bodyPr>
            <a:normAutofit fontScale="77500" lnSpcReduction="20000"/>
          </a:bodyPr>
          <a:lstStyle/>
          <a:p>
            <a:r>
              <a:rPr lang="en-US" sz="3310" dirty="0"/>
              <a:t>The pressure that the atmosphere exerts on the surface of the earth because of its weight.</a:t>
            </a:r>
          </a:p>
          <a:p>
            <a:r>
              <a:rPr lang="en-US" sz="3310" dirty="0"/>
              <a:t>There is a close relationship between pressure and temperature- high temperature means low pressure and vice versa.</a:t>
            </a:r>
          </a:p>
          <a:p>
            <a:r>
              <a:rPr lang="en-US" sz="3310" dirty="0"/>
              <a:t>Pressure difference causes horizontal movement of air – </a:t>
            </a:r>
            <a:r>
              <a:rPr lang="en-US" sz="3310" b="1" u="sng" dirty="0"/>
              <a:t>Wind</a:t>
            </a:r>
            <a:r>
              <a:rPr lang="en-US" sz="3310" dirty="0"/>
              <a:t> and vertical </a:t>
            </a:r>
            <a:r>
              <a:rPr lang="en-US" sz="3310" b="1" u="sng" dirty="0"/>
              <a:t>movement-Current, </a:t>
            </a:r>
            <a:r>
              <a:rPr lang="en-US" sz="3310" dirty="0"/>
              <a:t>which together cause circulation of air in the atmosphere</a:t>
            </a:r>
          </a:p>
          <a:p>
            <a:r>
              <a:rPr lang="en-US" sz="3310" dirty="0"/>
              <a:t>Measured- Barometer</a:t>
            </a:r>
          </a:p>
          <a:p>
            <a:r>
              <a:rPr lang="en-US" sz="3310" dirty="0"/>
              <a:t>Not the same every where and varies from time to time, mainly varies with altitude and temperature. </a:t>
            </a:r>
            <a:endParaRPr lang="en-US" dirty="0"/>
          </a:p>
          <a:p>
            <a:endParaRPr lang="en-US" dirty="0"/>
          </a:p>
          <a:p>
            <a:pPr marL="0" indent="0">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Altitude</a:t>
            </a:r>
          </a:p>
        </p:txBody>
      </p:sp>
      <p:sp>
        <p:nvSpPr>
          <p:cNvPr id="3" name="Content Placeholder 2"/>
          <p:cNvSpPr>
            <a:spLocks noGrp="1"/>
          </p:cNvSpPr>
          <p:nvPr>
            <p:ph idx="1"/>
          </p:nvPr>
        </p:nvSpPr>
        <p:spPr/>
        <p:txBody>
          <a:bodyPr/>
          <a:lstStyle/>
          <a:p>
            <a:r>
              <a:rPr lang="en-US" sz="2800"/>
              <a:t>Places at great heights experience less atmospheric pressure than places at sea level, because there is a greater amount of air pushing down on the surface at sea level than at a higher altitude.</a:t>
            </a:r>
          </a:p>
          <a:p>
            <a:r>
              <a:rPr lang="en-US" sz="2800"/>
              <a:t>Pressure decreases as altitude increases </a:t>
            </a:r>
          </a:p>
          <a:p>
            <a:pPr marL="0" indent="0">
              <a:buNone/>
            </a:pPr>
            <a:endParaRPr lang="en-US" sz="28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Temperature </a:t>
            </a:r>
          </a:p>
        </p:txBody>
      </p:sp>
      <p:sp>
        <p:nvSpPr>
          <p:cNvPr id="3" name="Content Placeholder 2"/>
          <p:cNvSpPr>
            <a:spLocks noGrp="1"/>
          </p:cNvSpPr>
          <p:nvPr>
            <p:ph idx="1"/>
          </p:nvPr>
        </p:nvSpPr>
        <p:spPr>
          <a:xfrm>
            <a:off x="385010" y="2621882"/>
            <a:ext cx="11228672" cy="3450590"/>
          </a:xfrm>
        </p:spPr>
        <p:txBody>
          <a:bodyPr>
            <a:noAutofit/>
          </a:bodyPr>
          <a:lstStyle/>
          <a:p>
            <a:r>
              <a:rPr lang="en-US" sz="2800" dirty="0"/>
              <a:t>The temperature of a place increases, the air gets heated, expands and rise, it leads to decrease in air pressure in the area.</a:t>
            </a:r>
          </a:p>
          <a:p>
            <a:r>
              <a:rPr lang="en-US" sz="2800" dirty="0"/>
              <a:t>When the temperature falls, the air gets cold, contracts, and descends downward, it leads to an increase in air pressure.</a:t>
            </a:r>
          </a:p>
          <a:p>
            <a:r>
              <a:rPr lang="en-US" sz="2800" dirty="0"/>
              <a:t>Air pressure decreases with an increase in temperature. </a:t>
            </a:r>
          </a:p>
          <a:p>
            <a:r>
              <a:rPr lang="en-US" sz="2800" dirty="0"/>
              <a:t>That is why areas close to the equator generally have low air pressure.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Wind</a:t>
            </a:r>
          </a:p>
        </p:txBody>
      </p:sp>
      <p:sp>
        <p:nvSpPr>
          <p:cNvPr id="3" name="Content Placeholder 2"/>
          <p:cNvSpPr>
            <a:spLocks noGrp="1"/>
          </p:cNvSpPr>
          <p:nvPr>
            <p:ph idx="1"/>
          </p:nvPr>
        </p:nvSpPr>
        <p:spPr/>
        <p:txBody>
          <a:bodyPr>
            <a:normAutofit lnSpcReduction="10000"/>
          </a:bodyPr>
          <a:lstStyle/>
          <a:p>
            <a:r>
              <a:rPr lang="en-US" sz="2400"/>
              <a:t>Air in motion</a:t>
            </a:r>
          </a:p>
          <a:p>
            <a:r>
              <a:rPr lang="en-US" sz="2400"/>
              <a:t>Blows from a region of high pressure to a region of low pressure. </a:t>
            </a:r>
          </a:p>
          <a:p>
            <a:r>
              <a:rPr lang="en-US" sz="2400"/>
              <a:t>A horizontal movement of air that helps in the transfer of heat on the surface of the earth.</a:t>
            </a:r>
          </a:p>
          <a:p>
            <a:r>
              <a:rPr lang="en-US" sz="2400"/>
              <a:t>It cannot be seen but is felt.</a:t>
            </a:r>
          </a:p>
          <a:p>
            <a:r>
              <a:rPr lang="en-US" sz="2400"/>
              <a:t>It has both direction and speed and, therefore, can be measured.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Content Placeholder 2"/>
          <p:cNvSpPr>
            <a:spLocks noGrp="1"/>
          </p:cNvSpPr>
          <p:nvPr>
            <p:ph idx="1"/>
          </p:nvPr>
        </p:nvSpPr>
        <p:spPr>
          <a:xfrm>
            <a:off x="372110" y="2233060"/>
            <a:ext cx="11665585" cy="4235049"/>
          </a:xfrm>
        </p:spPr>
        <p:txBody>
          <a:bodyPr>
            <a:noAutofit/>
          </a:bodyPr>
          <a:lstStyle/>
          <a:p>
            <a:r>
              <a:rPr lang="en-US" sz="2300" dirty="0"/>
              <a:t>In the Northern hemisphere- North –East Trade Winds</a:t>
            </a:r>
          </a:p>
          <a:p>
            <a:r>
              <a:rPr lang="en-US" sz="2300" dirty="0"/>
              <a:t>Southern hemisphere- South- East Trade Winds</a:t>
            </a:r>
          </a:p>
          <a:p>
            <a:r>
              <a:rPr lang="en-US" sz="2300" dirty="0"/>
              <a:t>Direction is determined by </a:t>
            </a:r>
            <a:r>
              <a:rPr lang="en-US" sz="2300" u="sng" dirty="0" err="1"/>
              <a:t>Ferrel’s</a:t>
            </a:r>
            <a:r>
              <a:rPr lang="en-US" sz="2300" u="sng" dirty="0"/>
              <a:t> Law </a:t>
            </a:r>
            <a:r>
              <a:rPr lang="en-US" sz="2300" dirty="0"/>
              <a:t>which states that a body moving over the surface of the earth will be deflected to it's right in the northern hemisphere and left in the southern hemisphere.</a:t>
            </a:r>
          </a:p>
          <a:p>
            <a:r>
              <a:rPr lang="en-US" sz="2300" b="1" dirty="0"/>
              <a:t>Coriolis force caused by the rotation of the earth and applies particularly to oceanic and air movements.</a:t>
            </a:r>
          </a:p>
          <a:p>
            <a:r>
              <a:rPr lang="en-US" sz="2300" dirty="0"/>
              <a:t>Whenever these winds blow onshore, </a:t>
            </a:r>
            <a:r>
              <a:rPr lang="en-US" sz="2300" dirty="0" err="1"/>
              <a:t>i.e</a:t>
            </a:r>
            <a:r>
              <a:rPr lang="en-US" sz="2300" dirty="0"/>
              <a:t>, from the sea to land, they pick up moisture and bring rainfall.</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Humidity</a:t>
            </a:r>
          </a:p>
        </p:txBody>
      </p:sp>
      <p:sp>
        <p:nvSpPr>
          <p:cNvPr id="3" name="Content Placeholder 2"/>
          <p:cNvSpPr>
            <a:spLocks noGrp="1"/>
          </p:cNvSpPr>
          <p:nvPr>
            <p:ph idx="1"/>
          </p:nvPr>
        </p:nvSpPr>
        <p:spPr>
          <a:xfrm>
            <a:off x="633463" y="2352374"/>
            <a:ext cx="9603105" cy="4121150"/>
          </a:xfrm>
        </p:spPr>
        <p:txBody>
          <a:bodyPr/>
          <a:lstStyle/>
          <a:p>
            <a:r>
              <a:rPr lang="en-US" sz="2400" dirty="0"/>
              <a:t>The amount of moisture or water </a:t>
            </a:r>
            <a:r>
              <a:rPr lang="en-US" sz="2400" dirty="0" err="1"/>
              <a:t>vapour</a:t>
            </a:r>
            <a:r>
              <a:rPr lang="en-US" sz="2400" dirty="0"/>
              <a:t> presenting the air.</a:t>
            </a:r>
          </a:p>
          <a:p>
            <a:r>
              <a:rPr lang="en-US" sz="2400" dirty="0"/>
              <a:t>The actual amount of moisture present is called absolute humidity( AH), expressed in grams per cubic meter of air.</a:t>
            </a:r>
          </a:p>
          <a:p>
            <a:r>
              <a:rPr lang="en-US" sz="2400" dirty="0"/>
              <a:t>It is important to know the relationship between the actual amount if </a:t>
            </a:r>
            <a:r>
              <a:rPr lang="en-US" sz="2400" dirty="0" err="1"/>
              <a:t>vapour</a:t>
            </a:r>
            <a:r>
              <a:rPr lang="en-US" sz="2400" dirty="0"/>
              <a:t> in the air at any temperature and the maximum amount of </a:t>
            </a:r>
            <a:r>
              <a:rPr lang="en-US" sz="2400" dirty="0" err="1"/>
              <a:t>vapour</a:t>
            </a:r>
            <a:r>
              <a:rPr lang="en-US" sz="2400" dirty="0"/>
              <a:t> the air can hold at that particular temperature- Relative humidity (RH) expressed as a percentage.</a:t>
            </a:r>
          </a:p>
          <a:p>
            <a:pPr marL="0" indent="0">
              <a:buNone/>
            </a:pPr>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Content Placeholder 2"/>
          <p:cNvSpPr>
            <a:spLocks noGrp="1"/>
          </p:cNvSpPr>
          <p:nvPr>
            <p:ph idx="1"/>
          </p:nvPr>
        </p:nvSpPr>
        <p:spPr>
          <a:xfrm>
            <a:off x="67310" y="2198670"/>
            <a:ext cx="11957050" cy="4726640"/>
          </a:xfrm>
        </p:spPr>
        <p:txBody>
          <a:bodyPr>
            <a:noAutofit/>
          </a:bodyPr>
          <a:lstStyle/>
          <a:p>
            <a:r>
              <a:rPr lang="en-US" sz="2200" dirty="0"/>
              <a:t>Relative humidity increases or decreases with change in air temperature. </a:t>
            </a:r>
          </a:p>
          <a:p>
            <a:r>
              <a:rPr lang="en-US" sz="2200" dirty="0"/>
              <a:t>When air can hold no more moisture we say that the air is saturated and its RH= 100 per cent</a:t>
            </a:r>
          </a:p>
          <a:p>
            <a:r>
              <a:rPr lang="en-US" sz="2200" dirty="0"/>
              <a:t>Cooling will condense the water </a:t>
            </a:r>
            <a:r>
              <a:rPr lang="en-US" sz="2200" dirty="0" err="1"/>
              <a:t>vapour</a:t>
            </a:r>
            <a:r>
              <a:rPr lang="en-US" sz="2200" dirty="0"/>
              <a:t> into clouds or rain</a:t>
            </a:r>
          </a:p>
          <a:p>
            <a:r>
              <a:rPr lang="en-US" sz="2200" dirty="0"/>
              <a:t>Humidity is an important element of weather</a:t>
            </a:r>
          </a:p>
          <a:p>
            <a:r>
              <a:rPr lang="en-US" sz="2200" dirty="0"/>
              <a:t>Air with a high percentage of relative humidity has great potential for condensation and precipitation</a:t>
            </a:r>
          </a:p>
          <a:p>
            <a:r>
              <a:rPr lang="en-US" sz="2200" dirty="0"/>
              <a:t>Humid air- absorbs more heat and retains it for a longer time than dry air</a:t>
            </a:r>
          </a:p>
          <a:p>
            <a:r>
              <a:rPr lang="en-US" sz="2200" dirty="0"/>
              <a:t>Make us feel uncomfortable as it slows down the rate at which perspiration from the body evaporates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8409" y="237225"/>
            <a:ext cx="9603275" cy="1049235"/>
          </a:xfrm>
        </p:spPr>
        <p:txBody>
          <a:bodyPr/>
          <a:lstStyle/>
          <a:p>
            <a:r>
              <a:rPr lang="en-US"/>
              <a:t>Precipitation </a:t>
            </a:r>
          </a:p>
        </p:txBody>
      </p:sp>
      <p:sp>
        <p:nvSpPr>
          <p:cNvPr id="3" name="Content Placeholder 2"/>
          <p:cNvSpPr>
            <a:spLocks noGrp="1"/>
          </p:cNvSpPr>
          <p:nvPr>
            <p:ph idx="1"/>
          </p:nvPr>
        </p:nvSpPr>
        <p:spPr/>
        <p:txBody>
          <a:bodyPr/>
          <a:lstStyle/>
          <a:p>
            <a:r>
              <a:rPr lang="en-US"/>
              <a:t>Tiny droplets of water in the atmosphere join to form bigger droplets that are too heavy to remain suspended in the air, they fall to the earth’s surface is called precipitation. </a:t>
            </a:r>
          </a:p>
          <a:p>
            <a:r>
              <a:rPr lang="en-US"/>
              <a:t>Forms: Rain, drizzle, snow,sleet and hail.</a:t>
            </a:r>
          </a:p>
          <a:p>
            <a:endParaRPr lang="en-US"/>
          </a:p>
        </p:txBody>
      </p:sp>
      <p:graphicFrame>
        <p:nvGraphicFramePr>
          <p:cNvPr id="4" name="Table 4"/>
          <p:cNvGraphicFramePr>
            <a:graphicFrameLocks noGrp="1"/>
          </p:cNvGraphicFramePr>
          <p:nvPr/>
        </p:nvGraphicFramePr>
        <p:xfrm>
          <a:off x="428623" y="3328935"/>
          <a:ext cx="11322845" cy="3840480"/>
        </p:xfrm>
        <a:graphic>
          <a:graphicData uri="http://schemas.openxmlformats.org/drawingml/2006/table">
            <a:tbl>
              <a:tblPr firstRow="1" bandRow="1">
                <a:tableStyleId>{5C22544A-7EE6-4342-B048-85BDC9FD1C3A}</a:tableStyleId>
              </a:tblPr>
              <a:tblGrid>
                <a:gridCol w="2264569">
                  <a:extLst>
                    <a:ext uri="{9D8B030D-6E8A-4147-A177-3AD203B41FA5}">
                      <a16:colId xmlns:a16="http://schemas.microsoft.com/office/drawing/2014/main" val="20000"/>
                    </a:ext>
                  </a:extLst>
                </a:gridCol>
                <a:gridCol w="2264569">
                  <a:extLst>
                    <a:ext uri="{9D8B030D-6E8A-4147-A177-3AD203B41FA5}">
                      <a16:colId xmlns:a16="http://schemas.microsoft.com/office/drawing/2014/main" val="20001"/>
                    </a:ext>
                  </a:extLst>
                </a:gridCol>
                <a:gridCol w="2264569">
                  <a:extLst>
                    <a:ext uri="{9D8B030D-6E8A-4147-A177-3AD203B41FA5}">
                      <a16:colId xmlns:a16="http://schemas.microsoft.com/office/drawing/2014/main" val="20002"/>
                    </a:ext>
                  </a:extLst>
                </a:gridCol>
                <a:gridCol w="2264569">
                  <a:extLst>
                    <a:ext uri="{9D8B030D-6E8A-4147-A177-3AD203B41FA5}">
                      <a16:colId xmlns:a16="http://schemas.microsoft.com/office/drawing/2014/main" val="20003"/>
                    </a:ext>
                  </a:extLst>
                </a:gridCol>
                <a:gridCol w="2264569">
                  <a:extLst>
                    <a:ext uri="{9D8B030D-6E8A-4147-A177-3AD203B41FA5}">
                      <a16:colId xmlns:a16="http://schemas.microsoft.com/office/drawing/2014/main" val="20004"/>
                    </a:ext>
                  </a:extLst>
                </a:gridCol>
              </a:tblGrid>
              <a:tr h="318721">
                <a:tc>
                  <a:txBody>
                    <a:bodyPr/>
                    <a:lstStyle/>
                    <a:p>
                      <a:r>
                        <a:rPr lang="en-US"/>
                        <a:t>Rain</a:t>
                      </a:r>
                    </a:p>
                  </a:txBody>
                  <a:tcPr/>
                </a:tc>
                <a:tc>
                  <a:txBody>
                    <a:bodyPr/>
                    <a:lstStyle/>
                    <a:p>
                      <a:r>
                        <a:rPr lang="en-US"/>
                        <a:t>Drizzle</a:t>
                      </a:r>
                    </a:p>
                  </a:txBody>
                  <a:tcPr/>
                </a:tc>
                <a:tc>
                  <a:txBody>
                    <a:bodyPr/>
                    <a:lstStyle/>
                    <a:p>
                      <a:r>
                        <a:rPr lang="en-US"/>
                        <a:t>Snow</a:t>
                      </a:r>
                    </a:p>
                  </a:txBody>
                  <a:tcPr/>
                </a:tc>
                <a:tc>
                  <a:txBody>
                    <a:bodyPr/>
                    <a:lstStyle/>
                    <a:p>
                      <a:r>
                        <a:rPr lang="en-US"/>
                        <a:t>Sleet</a:t>
                      </a:r>
                    </a:p>
                  </a:txBody>
                  <a:tcPr/>
                </a:tc>
                <a:tc>
                  <a:txBody>
                    <a:bodyPr/>
                    <a:lstStyle/>
                    <a:p>
                      <a:r>
                        <a:rPr lang="en-US"/>
                        <a:t>Hail</a:t>
                      </a:r>
                    </a:p>
                  </a:txBody>
                  <a:tcPr/>
                </a:tc>
                <a:extLst>
                  <a:ext uri="{0D108BD9-81ED-4DB2-BD59-A6C34878D82A}">
                    <a16:rowId xmlns:a16="http://schemas.microsoft.com/office/drawing/2014/main" val="10000"/>
                  </a:ext>
                </a:extLst>
              </a:tr>
              <a:tr h="2470089">
                <a:tc>
                  <a:txBody>
                    <a:bodyPr/>
                    <a:lstStyle/>
                    <a:p>
                      <a:r>
                        <a:rPr lang="en-US"/>
                        <a:t>It is the most common form of precipitation.It consists of large drops of water</a:t>
                      </a:r>
                    </a:p>
                  </a:txBody>
                  <a:tcPr/>
                </a:tc>
                <a:tc>
                  <a:txBody>
                    <a:bodyPr/>
                    <a:lstStyle/>
                    <a:p>
                      <a:r>
                        <a:rPr lang="en-US"/>
                        <a:t>Light rain drops of smaller size</a:t>
                      </a:r>
                    </a:p>
                  </a:txBody>
                  <a:tcPr/>
                </a:tc>
                <a:tc>
                  <a:txBody>
                    <a:bodyPr/>
                    <a:lstStyle/>
                    <a:p>
                      <a:r>
                        <a:rPr lang="en-US"/>
                        <a:t>It is the feathery flakes of frozen moisture that fall on the earth’s surface when the cloud temperature and the ground temperature remain below the freezing point.</a:t>
                      </a:r>
                    </a:p>
                  </a:txBody>
                  <a:tcPr/>
                </a:tc>
                <a:tc>
                  <a:txBody>
                    <a:bodyPr/>
                    <a:lstStyle/>
                    <a:p>
                      <a:r>
                        <a:rPr lang="en-US"/>
                        <a:t>It is a mixture of rain and snow</a:t>
                      </a:r>
                    </a:p>
                  </a:txBody>
                  <a:tcPr/>
                </a:tc>
                <a:tc>
                  <a:txBody>
                    <a:bodyPr/>
                    <a:lstStyle/>
                    <a:p>
                      <a:r>
                        <a:rPr lang="en-US"/>
                        <a:t>Frozen raindrops from ice pellets and fall as hail. It is the most destructive form of precipitation</a:t>
                      </a:r>
                    </a:p>
                    <a:p>
                      <a:endParaRPr lang="en-US"/>
                    </a:p>
                  </a:txBody>
                  <a:tcPr/>
                </a:tc>
                <a:extLst>
                  <a:ext uri="{0D108BD9-81ED-4DB2-BD59-A6C34878D82A}">
                    <a16:rowId xmlns:a16="http://schemas.microsoft.com/office/drawing/2014/main" val="10001"/>
                  </a:ext>
                </a:extLst>
              </a:tr>
              <a:tr h="318721">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Cloud Cover and sunshine</a:t>
            </a:r>
          </a:p>
        </p:txBody>
      </p:sp>
      <p:sp>
        <p:nvSpPr>
          <p:cNvPr id="3" name="Content Placeholder 2"/>
          <p:cNvSpPr>
            <a:spLocks noGrp="1"/>
          </p:cNvSpPr>
          <p:nvPr>
            <p:ph idx="1"/>
          </p:nvPr>
        </p:nvSpPr>
        <p:spPr>
          <a:xfrm>
            <a:off x="235451" y="2578813"/>
            <a:ext cx="6185898" cy="3474668"/>
          </a:xfrm>
        </p:spPr>
        <p:txBody>
          <a:bodyPr>
            <a:normAutofit/>
          </a:bodyPr>
          <a:lstStyle/>
          <a:p>
            <a:r>
              <a:rPr lang="en-US" dirty="0"/>
              <a:t>Plays an important role in the weather at a place.</a:t>
            </a:r>
          </a:p>
          <a:p>
            <a:r>
              <a:rPr lang="en-US" dirty="0"/>
              <a:t>Not only reduces the amount of insolation but also reduces the amount of radiation from the surface of the earth escaping into space.</a:t>
            </a:r>
          </a:p>
          <a:p>
            <a:r>
              <a:rPr lang="en-US" dirty="0"/>
              <a:t>Helps in trapping heat near the surface of the earth.</a:t>
            </a:r>
          </a:p>
          <a:p>
            <a:r>
              <a:rPr lang="en-US" dirty="0"/>
              <a:t>Cloudy days are warmer than cloudless day.</a:t>
            </a:r>
          </a:p>
          <a:p>
            <a:r>
              <a:rPr lang="en-US" dirty="0"/>
              <a:t>Some clouds also cause rainfall.</a:t>
            </a:r>
          </a:p>
          <a:p>
            <a:r>
              <a:rPr lang="en-US" dirty="0"/>
              <a:t>Cloudless skies – fair weather</a:t>
            </a:r>
          </a:p>
        </p:txBody>
      </p:sp>
      <p:pic>
        <p:nvPicPr>
          <p:cNvPr id="4" name="Picture 2" descr="Sunlight | Learn Important Terms and Concepts">
            <a:extLst>
              <a:ext uri="{FF2B5EF4-FFF2-40B4-BE49-F238E27FC236}">
                <a16:creationId xmlns:a16="http://schemas.microsoft.com/office/drawing/2014/main" id="{CD218470-2783-4E6B-A7B0-0D8C50D0A37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20000"/>
          <a:stretch/>
        </p:blipFill>
        <p:spPr bwMode="auto">
          <a:xfrm>
            <a:off x="6308332" y="2704101"/>
            <a:ext cx="5648217" cy="38862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Contd…</a:t>
            </a:r>
          </a:p>
        </p:txBody>
      </p:sp>
      <p:sp>
        <p:nvSpPr>
          <p:cNvPr id="3" name="Content Placeholder 2"/>
          <p:cNvSpPr>
            <a:spLocks noGrp="1"/>
          </p:cNvSpPr>
          <p:nvPr>
            <p:ph idx="1"/>
          </p:nvPr>
        </p:nvSpPr>
        <p:spPr>
          <a:xfrm>
            <a:off x="711839" y="2602868"/>
            <a:ext cx="6031499" cy="3450613"/>
          </a:xfrm>
        </p:spPr>
        <p:txBody>
          <a:bodyPr>
            <a:normAutofit/>
          </a:bodyPr>
          <a:lstStyle/>
          <a:p>
            <a:r>
              <a:rPr lang="en-US" dirty="0"/>
              <a:t>Cloud cover in the sky is expressed in eighths of the total sky or </a:t>
            </a:r>
            <a:r>
              <a:rPr lang="en-US" dirty="0" err="1"/>
              <a:t>oktas</a:t>
            </a:r>
            <a:r>
              <a:rPr lang="en-US" dirty="0"/>
              <a:t>, which are shown in weather maps as discs shaded in different proportion.</a:t>
            </a:r>
          </a:p>
          <a:p>
            <a:r>
              <a:rPr lang="en-US" dirty="0"/>
              <a:t>Example: 2/8 – quarter is shaded</a:t>
            </a:r>
          </a:p>
          <a:p>
            <a:pPr marL="0" indent="0">
              <a:buNone/>
            </a:pPr>
            <a:r>
              <a:rPr lang="en-US" dirty="0"/>
              <a:t>                     4 /8- half shaded</a:t>
            </a:r>
          </a:p>
          <a:p>
            <a:pPr marL="0" indent="0">
              <a:buNone/>
            </a:pPr>
            <a:r>
              <a:rPr lang="en-US" dirty="0"/>
              <a:t>                     6/8- three fourths shaded </a:t>
            </a:r>
          </a:p>
          <a:p>
            <a:pPr marL="0" indent="0">
              <a:buNone/>
            </a:pPr>
            <a:r>
              <a:rPr lang="en-US" dirty="0"/>
              <a:t>                     8/8- completely shaded, indicating overcast conditions. </a:t>
            </a:r>
          </a:p>
        </p:txBody>
      </p:sp>
      <p:pic>
        <p:nvPicPr>
          <p:cNvPr id="4" name="Picture 4"/>
          <p:cNvPicPr>
            <a:picLocks noChangeAspect="1"/>
          </p:cNvPicPr>
          <p:nvPr/>
        </p:nvPicPr>
        <p:blipFill>
          <a:blip r:embed="rId2"/>
          <a:stretch>
            <a:fillRect/>
          </a:stretch>
        </p:blipFill>
        <p:spPr>
          <a:xfrm>
            <a:off x="7087880" y="1604708"/>
            <a:ext cx="4492463" cy="524896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10 Types of Clouds and What They Mean">
            <a:extLst>
              <a:ext uri="{FF2B5EF4-FFF2-40B4-BE49-F238E27FC236}">
                <a16:creationId xmlns:a16="http://schemas.microsoft.com/office/drawing/2014/main" id="{C766F587-A314-4955-B254-B44D60C8F9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263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1299118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CBCEC9-2770-4112-9ED1-63503B7824C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D105C41-C153-4E1F-918A-9D5F7B78B65D}"/>
              </a:ext>
            </a:extLst>
          </p:cNvPr>
          <p:cNvSpPr>
            <a:spLocks noGrp="1"/>
          </p:cNvSpPr>
          <p:nvPr>
            <p:ph idx="1"/>
          </p:nvPr>
        </p:nvSpPr>
        <p:spPr/>
        <p:txBody>
          <a:bodyPr/>
          <a:lstStyle/>
          <a:p>
            <a:endParaRPr lang="en-IN"/>
          </a:p>
        </p:txBody>
      </p:sp>
      <p:pic>
        <p:nvPicPr>
          <p:cNvPr id="4" name="Picture 4" descr="Client Challenge">
            <a:extLst>
              <a:ext uri="{FF2B5EF4-FFF2-40B4-BE49-F238E27FC236}">
                <a16:creationId xmlns:a16="http://schemas.microsoft.com/office/drawing/2014/main" id="{6B30E826-6968-4EF1-8956-08DB466FB3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759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83651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9FDD88-09E4-4D83-AC00-04DD975303E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CA6186D0-144A-40FC-BD03-137EE791A768}"/>
              </a:ext>
            </a:extLst>
          </p:cNvPr>
          <p:cNvSpPr>
            <a:spLocks noGrp="1"/>
          </p:cNvSpPr>
          <p:nvPr>
            <p:ph idx="1"/>
          </p:nvPr>
        </p:nvSpPr>
        <p:spPr/>
        <p:txBody>
          <a:bodyPr/>
          <a:lstStyle/>
          <a:p>
            <a:endParaRPr lang="en-IN"/>
          </a:p>
        </p:txBody>
      </p:sp>
      <p:pic>
        <p:nvPicPr>
          <p:cNvPr id="2050" name="Picture 2" descr="PPT - Weather Forecast in India PowerPoint Presentation, free download - ID:7161870">
            <a:extLst>
              <a:ext uri="{FF2B5EF4-FFF2-40B4-BE49-F238E27FC236}">
                <a16:creationId xmlns:a16="http://schemas.microsoft.com/office/drawing/2014/main" id="{CB5073A4-4941-4AFD-A6D0-2AF50BE628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99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74361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Weather Forecasting in Disaster Management | PDF | Weather Forecasting |  Meteorology">
            <a:extLst>
              <a:ext uri="{FF2B5EF4-FFF2-40B4-BE49-F238E27FC236}">
                <a16:creationId xmlns:a16="http://schemas.microsoft.com/office/drawing/2014/main" id="{D87A52D8-541E-4DB2-BF40-FAB45246D6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321" t="57964" r="4321" b="4813"/>
          <a:stretch/>
        </p:blipFill>
        <p:spPr bwMode="auto">
          <a:xfrm>
            <a:off x="0" y="0"/>
            <a:ext cx="122809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76383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37F0E5E-E71F-4E26-BBFA-9F66C36D8C64}"/>
              </a:ext>
            </a:extLst>
          </p:cNvPr>
          <p:cNvSpPr/>
          <p:nvPr/>
        </p:nvSpPr>
        <p:spPr>
          <a:xfrm>
            <a:off x="381000" y="253137"/>
            <a:ext cx="11506200" cy="6247864"/>
          </a:xfrm>
          <a:prstGeom prst="rect">
            <a:avLst/>
          </a:prstGeom>
        </p:spPr>
        <p:txBody>
          <a:bodyPr wrap="square">
            <a:spAutoFit/>
          </a:bodyPr>
          <a:lstStyle/>
          <a:p>
            <a:pPr>
              <a:buFont typeface="Arial" panose="020B0604020202020204" pitchFamily="34" charset="0"/>
              <a:buChar char="•"/>
            </a:pPr>
            <a:r>
              <a:rPr lang="en-US" sz="4000" b="1" dirty="0">
                <a:latin typeface="Google Sans"/>
              </a:rPr>
              <a:t>Why Forecasts Matter</a:t>
            </a:r>
            <a:r>
              <a:rPr lang="en-US" sz="4000" dirty="0">
                <a:latin typeface="Google Sans"/>
              </a:rPr>
              <a:t>:</a:t>
            </a:r>
          </a:p>
          <a:p>
            <a:pPr>
              <a:buFont typeface="Arial" panose="020B0604020202020204" pitchFamily="34" charset="0"/>
              <a:buChar char="•"/>
            </a:pPr>
            <a:r>
              <a:rPr lang="en-US" sz="4000" b="1" dirty="0">
                <a:latin typeface="Google Sans"/>
              </a:rPr>
              <a:t>Daily Planning</a:t>
            </a:r>
            <a:r>
              <a:rPr lang="en-US" sz="4000" dirty="0">
                <a:latin typeface="Google Sans"/>
              </a:rPr>
              <a:t>: Helps decide clothing, travel, and outdoor events.</a:t>
            </a:r>
          </a:p>
          <a:p>
            <a:pPr>
              <a:buFont typeface="Arial" panose="020B0604020202020204" pitchFamily="34" charset="0"/>
              <a:buChar char="•"/>
            </a:pPr>
            <a:r>
              <a:rPr lang="en-US" sz="4000" b="1" dirty="0">
                <a:latin typeface="Google Sans"/>
              </a:rPr>
              <a:t>Agriculture</a:t>
            </a:r>
            <a:r>
              <a:rPr lang="en-US" sz="4000" dirty="0">
                <a:latin typeface="Google Sans"/>
              </a:rPr>
              <a:t>: Guides farmers on when to plant, irrigate, or harvest crops.</a:t>
            </a:r>
          </a:p>
          <a:p>
            <a:pPr>
              <a:buFont typeface="Arial" panose="020B0604020202020204" pitchFamily="34" charset="0"/>
              <a:buChar char="•"/>
            </a:pPr>
            <a:r>
              <a:rPr lang="en-US" sz="4000" b="1" dirty="0">
                <a:latin typeface="Google Sans"/>
              </a:rPr>
              <a:t>Disaster Safety</a:t>
            </a:r>
            <a:r>
              <a:rPr lang="en-US" sz="4000" dirty="0">
                <a:latin typeface="Google Sans"/>
              </a:rPr>
              <a:t>: Warns communities ahead of storms, floods, heat waves, and cyclones. </a:t>
            </a:r>
          </a:p>
          <a:p>
            <a:pPr>
              <a:buFont typeface="Arial" panose="020B0604020202020204" pitchFamily="34" charset="0"/>
              <a:buChar char="•"/>
            </a:pPr>
            <a:r>
              <a:rPr lang="en-US" sz="4000" b="0" u="none" strike="noStrike" dirty="0">
                <a:effectLst/>
                <a:latin typeface="Google Sans"/>
              </a:rPr>
              <a:t>Military operations, geographical expeditions and important sports events, all take into consideration weather forecasts and recordings.</a:t>
            </a:r>
          </a:p>
        </p:txBody>
      </p:sp>
    </p:spTree>
    <p:extLst>
      <p:ext uri="{BB962C8B-B14F-4D97-AF65-F5344CB8AC3E}">
        <p14:creationId xmlns:p14="http://schemas.microsoft.com/office/powerpoint/2010/main" val="22478371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00214-0C85-409D-B036-444CE4AE581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35A2D79-09AC-4243-BB8A-6A49E6A003E2}"/>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88548216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29</TotalTime>
  <Words>852</Words>
  <Application>Microsoft Office PowerPoint</Application>
  <PresentationFormat>Widescreen</PresentationFormat>
  <Paragraphs>71</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Century Gothic</vt:lpstr>
      <vt:lpstr>Google Sans</vt:lpstr>
      <vt:lpstr>Wingdings 3</vt:lpstr>
      <vt:lpstr>Ion Boardroom</vt:lpstr>
      <vt:lpstr>Weather and climate </vt:lpstr>
      <vt:lpstr>Atmospheric Pressure</vt:lpstr>
      <vt:lpstr>Altitude</vt:lpstr>
      <vt:lpstr>Temperature </vt:lpstr>
      <vt:lpstr>Wind</vt:lpstr>
      <vt:lpstr>Contd..</vt:lpstr>
      <vt:lpstr>Humidity</vt:lpstr>
      <vt:lpstr>Contd…</vt:lpstr>
      <vt:lpstr>Precipitation </vt:lpstr>
      <vt:lpstr>Cloud Cover and sunshine</vt:lpstr>
      <vt:lpstr>Contd…</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Weather and climate </dc:title>
  <dc:creator>919916347713</dc:creator>
  <cp:lastModifiedBy>Gowthami N</cp:lastModifiedBy>
  <cp:revision>23</cp:revision>
  <dcterms:created xsi:type="dcterms:W3CDTF">2020-11-09T12:05:00Z</dcterms:created>
  <dcterms:modified xsi:type="dcterms:W3CDTF">2026-07-30T06:39:50Z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1033-11.2.0.10200</vt:lpwstr>
  </property>
</Properties>
</file>